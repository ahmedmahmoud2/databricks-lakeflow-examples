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1E2F4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F1821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datamindaiwithhmed.com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DataMindAI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Ahmed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26680" y="228600"/>
            <a:ext cx="1234440" cy="1234440"/>
          </a:xfrm>
          <a:prstGeom prst="ellipse">
            <a:avLst/>
          </a:prstGeom>
          <a:solidFill>
            <a:srgbClr val="00BCD4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274320"/>
            <a:ext cx="1143000" cy="11430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ahmed_headshot_circu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99832" y="301752"/>
            <a:ext cx="1088136" cy="108813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54112" y="256032"/>
            <a:ext cx="1179576" cy="1179576"/>
          </a:xfrm>
          <a:prstGeom prst="ellipse">
            <a:avLst/>
          </a:prstGeom>
          <a:ln w="38100">
            <a:solidFill>
              <a:srgbClr val="00BC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Mastering Databricks Lakeflow</a:t>
            </a:r>
            <a:endParaRPr lang="en-US" sz="5200" dirty="0"/>
          </a:p>
        </p:txBody>
      </p:sp>
      <p:sp>
        <p:nvSpPr>
          <p:cNvPr id="12" name="Text 9"/>
          <p:cNvSpPr/>
          <p:nvPr/>
        </p:nvSpPr>
        <p:spPr>
          <a:xfrm>
            <a:off x="457200" y="2816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 Mahmoud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57200" y="31272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Data Engineer | DataMindAI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3456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B8C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Your Data Into Decision-Ready Intelligence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1143000" y="4142232"/>
            <a:ext cx="137160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4251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0" y="4142232"/>
            <a:ext cx="137160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0" y="4251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43400" y="4142232"/>
            <a:ext cx="137160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0" name="Text 17"/>
          <p:cNvSpPr/>
          <p:nvPr/>
        </p:nvSpPr>
        <p:spPr>
          <a:xfrm>
            <a:off x="4343400" y="4251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43600" y="4142232"/>
            <a:ext cx="137160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0" y="4251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SCIENCE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Databricks Lakeflow</dc:title>
  <dc:subject>PptxGenJS Presentation</dc:subject>
  <dc:creator>Ahmed Mahmoud</dc:creator>
  <cp:lastModifiedBy>Ahmed Mahmoud</cp:lastModifiedBy>
  <cp:revision>1</cp:revision>
  <dcterms:created xsi:type="dcterms:W3CDTF">2026-01-31T06:34:55Z</dcterms:created>
  <dcterms:modified xsi:type="dcterms:W3CDTF">2026-01-31T06:34:55Z</dcterms:modified>
</cp:coreProperties>
</file>