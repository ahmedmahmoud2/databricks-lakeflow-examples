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166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890A89A-7133-2DBA-FC33-63FA805D06DF}"/>
              </a:ext>
            </a:extLst>
          </p:cNvPr>
          <p:cNvSpPr/>
          <p:nvPr/>
        </p:nvSpPr>
        <p:spPr>
          <a:xfrm>
            <a:off x="15970250" y="9372600"/>
            <a:ext cx="14922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ACA2DB2-AA04-28F8-7887-A5ED9B83EB72}"/>
              </a:ext>
            </a:extLst>
          </p:cNvPr>
          <p:cNvSpPr/>
          <p:nvPr/>
        </p:nvSpPr>
        <p:spPr>
          <a:xfrm>
            <a:off x="15970250" y="9372600"/>
            <a:ext cx="14922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6A92A9C-7C17-F90C-F2FF-8900114C602D}"/>
              </a:ext>
            </a:extLst>
          </p:cNvPr>
          <p:cNvSpPr/>
          <p:nvPr/>
        </p:nvSpPr>
        <p:spPr>
          <a:xfrm>
            <a:off x="15970250" y="9372600"/>
            <a:ext cx="14922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76F1B99-5C75-F208-CD6E-602779924EA1}"/>
              </a:ext>
            </a:extLst>
          </p:cNvPr>
          <p:cNvSpPr/>
          <p:nvPr/>
        </p:nvSpPr>
        <p:spPr>
          <a:xfrm>
            <a:off x="15970250" y="9372600"/>
            <a:ext cx="14922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132E992-8BCA-001B-26E9-5D174A918BD9}"/>
              </a:ext>
            </a:extLst>
          </p:cNvPr>
          <p:cNvSpPr/>
          <p:nvPr/>
        </p:nvSpPr>
        <p:spPr>
          <a:xfrm>
            <a:off x="15970250" y="9372600"/>
            <a:ext cx="14922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99151B0-2314-4A20-3F05-4EC59A6B1C24}"/>
              </a:ext>
            </a:extLst>
          </p:cNvPr>
          <p:cNvSpPr/>
          <p:nvPr/>
        </p:nvSpPr>
        <p:spPr>
          <a:xfrm>
            <a:off x="15970250" y="9372600"/>
            <a:ext cx="14922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DA6F523-8E9D-B56C-D24A-5D83584C4CF3}"/>
              </a:ext>
            </a:extLst>
          </p:cNvPr>
          <p:cNvSpPr/>
          <p:nvPr/>
        </p:nvSpPr>
        <p:spPr>
          <a:xfrm>
            <a:off x="15970250" y="9372600"/>
            <a:ext cx="14922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BBDE88C-FC8C-8A21-5225-3EEEA3BBE5D3}"/>
              </a:ext>
            </a:extLst>
          </p:cNvPr>
          <p:cNvSpPr/>
          <p:nvPr/>
        </p:nvSpPr>
        <p:spPr>
          <a:xfrm>
            <a:off x="15970250" y="9372600"/>
            <a:ext cx="14922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C056244-3BCD-92DB-A954-3B19E2DEBC18}"/>
              </a:ext>
            </a:extLst>
          </p:cNvPr>
          <p:cNvSpPr/>
          <p:nvPr/>
        </p:nvSpPr>
        <p:spPr>
          <a:xfrm>
            <a:off x="15970250" y="9372600"/>
            <a:ext cx="14922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D4880EF-5390-B034-3FA6-4DA38A51CBD9}"/>
              </a:ext>
            </a:extLst>
          </p:cNvPr>
          <p:cNvSpPr/>
          <p:nvPr/>
        </p:nvSpPr>
        <p:spPr>
          <a:xfrm>
            <a:off x="15970250" y="9372600"/>
            <a:ext cx="149225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247270B-088E-7077-CEC4-5D8D4819138B}"/>
              </a:ext>
            </a:extLst>
          </p:cNvPr>
          <p:cNvSpPr/>
          <p:nvPr/>
        </p:nvSpPr>
        <p:spPr>
          <a:xfrm>
            <a:off x="15360650" y="9220200"/>
            <a:ext cx="19812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361933A-5563-EEF3-E7E2-EC6CB8608C6A}"/>
              </a:ext>
            </a:extLst>
          </p:cNvPr>
          <p:cNvSpPr/>
          <p:nvPr/>
        </p:nvSpPr>
        <p:spPr>
          <a:xfrm>
            <a:off x="15360650" y="9220200"/>
            <a:ext cx="19812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92B28D9B-9738-AAFB-8E2B-7305904C70B6}"/>
              </a:ext>
            </a:extLst>
          </p:cNvPr>
          <p:cNvSpPr/>
          <p:nvPr/>
        </p:nvSpPr>
        <p:spPr>
          <a:xfrm>
            <a:off x="15360650" y="9220200"/>
            <a:ext cx="198120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15062711" y="9181691"/>
            <a:ext cx="6987540" cy="2883948"/>
          </a:xfrm>
          <a:custGeom>
            <a:avLst/>
            <a:gdLst/>
            <a:ahLst/>
            <a:cxnLst/>
            <a:rect l="l" t="t" r="r" b="b"/>
            <a:pathLst>
              <a:path w="6987540" h="2883948">
                <a:moveTo>
                  <a:pt x="0" y="0"/>
                </a:moveTo>
                <a:lnTo>
                  <a:pt x="6987540" y="0"/>
                </a:lnTo>
                <a:lnTo>
                  <a:pt x="6987540" y="2883949"/>
                </a:lnTo>
                <a:lnTo>
                  <a:pt x="0" y="2883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7475203" cy="9753600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D5305DD-D6C6-78D5-4476-4FBF35449B44}"/>
              </a:ext>
            </a:extLst>
          </p:cNvPr>
          <p:cNvSpPr/>
          <p:nvPr/>
        </p:nvSpPr>
        <p:spPr>
          <a:xfrm>
            <a:off x="15132050" y="9220200"/>
            <a:ext cx="2330450" cy="533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Databricks_Lakeflow_Engineering_Standard.pdf</dc:title>
  <cp:lastModifiedBy>Ahmed Mohammed Mahmoud</cp:lastModifiedBy>
  <cp:revision>2</cp:revision>
  <dcterms:created xsi:type="dcterms:W3CDTF">2006-08-16T00:00:00Z</dcterms:created>
  <dcterms:modified xsi:type="dcterms:W3CDTF">2026-01-31T06:08:17Z</dcterms:modified>
  <dc:identifier>DAG_9ZdifLQ</dc:identifier>
</cp:coreProperties>
</file>